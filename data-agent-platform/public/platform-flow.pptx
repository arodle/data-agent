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🏗️ 数据标注平台 · 角色流程图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8C57A"/>
                </a:solidFill>
              </a:rPr>
              <a:t>每个角色都配有专属 Agent，贯穿全部流程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用户 / 运营 / 供应商 三方协作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4572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👤 需求方  +  🤖 用户Agent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4572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👤 运营  +  🤖 运营Agent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4572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👤 负责人/PM  +  🤖 PM 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78240" y="4572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👤 标注员  +  🤖 标注员Agent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7"/>
                </a:solidFill>
              </a:rPr>
              <a:t>总览：6 大阶段 · 4 角色 × Agent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" y="68580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11114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685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</a:rPr>
              <a:t>① 项目启动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" y="1581912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11114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58191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</a:rPr>
              <a:t>② 方案确认 &amp; 供应商选择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2478024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11114"/>
          </a:solidFill>
          <a:ln w="12700">
            <a:solidFill>
              <a:srgbClr val="18C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2478024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7A"/>
                </a:solidFill>
              </a:rPr>
              <a:t>③ 项目群聊 · 规则制定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" y="3374136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11114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3374136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</a:rPr>
              <a:t>④ 规则转交 &amp; 标注执行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4270248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11114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42702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</a:rPr>
              <a:t>⑤ 验收 &amp; 结算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" y="516636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11114"/>
          </a:solidFill>
          <a:ln w="12700">
            <a:solidFill>
              <a:srgbClr val="18C5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5166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7A"/>
                </a:solidFill>
              </a:rPr>
              <a:t>⑥ 数据回流 · Agent训练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37160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60A5FA">
              <a:alpha val="12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137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需求方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+ 用户Agent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37160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A78BFA">
              <a:alpha val="12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37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运营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+ 运营Agent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137160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D4A853">
              <a:alpha val="12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37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</a:rPr>
              <a:t>负责人/PM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</a:rPr>
              <a:t>+ PM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75520" y="137160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F97316">
              <a:alpha val="12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137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标注员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+ 标注员Agent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685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68580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📝 提出需求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82112" y="685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182112" y="68580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🤖 需求拆解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685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68580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📋 创建项目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33872" y="685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833872" y="68580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🤖 自动审核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1581912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581912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🏭 指派供应商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33872" y="1581912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833872" y="1581912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🤖 供应商推荐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23760" y="1581912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581912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53"/>
                </a:solidFill>
              </a:rPr>
              <a:t>✅ 确认接单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485632" y="1581912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8485632" y="1581912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🤖 成本预估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920240" y="2478024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0240" y="2478024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💬 沟通标准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82112" y="2478024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182112" y="2478024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🤖 辅助表达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0" y="2478024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478024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📊 监督进度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33872" y="2478024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5833872" y="2478024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🤖 记录归档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23760" y="2478024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2478024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53"/>
                </a:solidFill>
              </a:rPr>
              <a:t>💬 沟通标准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485632" y="2478024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8485632" y="2478024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🤖 提取规则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生成文档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920240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📈 进度查看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82112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3182112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🤖 效果分析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📊 进度监控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833872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5833872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🤖 预警统计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223760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53"/>
                </a:solidFill>
              </a:rPr>
              <a:t>🔍 质检审核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485632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8485632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🤖 质量分析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875520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75520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🏷️ 批量标注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1137392" y="3374136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11137392" y="3374136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🤖 规则校验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实时纠错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920240" y="4270248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0240" y="4270248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📦 验收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182112" y="4270248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3182112" y="4270248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🤖 验收辅助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0" y="4270248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0" y="4270248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💰 财务结算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833872" y="4270248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5833872" y="4270248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🤖 自动对账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9875520" y="4270248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875520" y="4270248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📦 完整交付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1137392" y="4270248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11137392" y="4270248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🤖 交付报告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920240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20240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🤖 对话回流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182112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3182112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训练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0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0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🤖 对话回流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833872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5833872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训练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223760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23760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53"/>
                </a:solidFill>
              </a:rPr>
              <a:t>🤖 对话回流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485632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90" name="Text 88"/>
          <p:cNvSpPr/>
          <p:nvPr/>
        </p:nvSpPr>
        <p:spPr>
          <a:xfrm>
            <a:off x="8485632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训练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875520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75520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🤖 对话回流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1137392" y="516636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0A0A0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11137392" y="5166360"/>
            <a:ext cx="1207008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训练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943600" y="1508760"/>
            <a:ext cx="9144" cy="73152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5943600" y="2404872"/>
            <a:ext cx="9144" cy="73152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5943600" y="3300984"/>
            <a:ext cx="9144" cy="73152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5943600" y="4197096"/>
            <a:ext cx="9144" cy="73152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5943600" y="5093208"/>
            <a:ext cx="9144" cy="73152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C57A"/>
                </a:solidFill>
              </a:rPr>
              <a:t>③ 项目群聊 · 规则制定（核心环节）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11612880" cy="5669280"/>
          </a:xfrm>
          <a:prstGeom prst="roundRect">
            <a:avLst>
              <a:gd name="adj" fmla="val 1935"/>
            </a:avLst>
          </a:prstGeom>
          <a:solidFill>
            <a:srgbClr val="0F1117"/>
          </a:solidFill>
          <a:ln w="19050">
            <a:solidFill>
              <a:srgbClr val="18C57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C57A"/>
                </a:solidFill>
              </a:rPr>
              <a:t>💬 项目群聊 · P-20260708-001（每个项目一个群，所有角色 + 各自Agent参与）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林同学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</a:rPr>
              <a:t>需求方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37744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🤖 用户Agent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</a:rPr>
              <a:t>辅助需求表达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王经理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</a:rPr>
              <a:t>项目经理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3504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🤖 PM Agent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</a:rPr>
              <a:t>提取规则/生成文档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运营小张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</a:rPr>
              <a:t>运营监督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9264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69264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🤖 运营Agent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</a:rPr>
              <a:t>记录/归档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525B"/>
                </a:solidFill>
              </a:rPr>
              <a:t>对话流：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林同学：遮挡50%→truncated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491740"/>
            <a:ext cx="182880" cy="9144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83280" y="233172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53"/>
                </a:solidFill>
              </a:rPr>
              <a:t>王经理：夜间也归truncated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491740"/>
            <a:ext cx="182880" cy="9144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09360" y="233172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30936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53"/>
                </a:solidFill>
              </a:rPr>
              <a:t>🤖 PM Agent：提取4条规则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52560" y="2491740"/>
            <a:ext cx="182880" cy="9144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235440" y="233172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2354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🤖 运营Agent：记录归档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1316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80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E4E7"/>
                </a:solidFill>
              </a:rPr>
              <a:t>📄 P-20260708-001 标注规则文档 v1.0                    PM Agent 生成 · 4 条规则 · 运营Agent归档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1. 遮挡超50%→truncated   2. 夜间车灯不清→truncated   3. 小目标框放大10%容差   4. 框重叠≤20%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0" y="352044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A0A0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驳回修改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424160" y="352044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18C57A"/>
          </a:solidFill>
          <a:ln w="19050">
            <a:solidFill>
              <a:srgbClr val="0A0A0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</a:rPr>
              <a:t>确认并转交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525B"/>
                </a:solidFill>
              </a:rPr>
              <a:t>进入群聊入口：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0" y="402336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用户 /user/workspace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0" y="402336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「Agent」标签=私聊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35040" y="402336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53"/>
                </a:solidFill>
              </a:rPr>
              <a:t>PM /supplier AI助手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38160" y="402336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运营 /operator 监督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4E7"/>
                </a:solidFill>
              </a:rPr>
              <a:t>工作流程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873752"/>
            <a:ext cx="228600" cy="2286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8737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</a:rPr>
              <a:t>需求方与项目经理在群聊中沟通标注标准、质量要求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193792"/>
            <a:ext cx="228600" cy="2286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51937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14400" y="5166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</a:rPr>
              <a:t>PM Agent 从对话中自动提取规则，生成标注规则文档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5513832"/>
            <a:ext cx="228600" cy="228600"/>
          </a:xfrm>
          <a:prstGeom prst="ellipse">
            <a:avLst/>
          </a:prstGeom>
          <a:solidFill>
            <a:srgbClr val="18C57A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513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</a:rPr>
              <a:t>需求方在群聊内点击「确认并转交」或「驳回修改」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5833872"/>
            <a:ext cx="228600" cy="228600"/>
          </a:xfrm>
          <a:prstGeom prst="ellipse">
            <a:avLst/>
          </a:prstGeom>
          <a:solidFill>
            <a:srgbClr val="18C57A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58338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1440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</a:rPr>
              <a:t>确认后规则自动推送给标注团队，标注员 Agent 加载最新规则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6153912"/>
            <a:ext cx="228600" cy="228600"/>
          </a:xfrm>
          <a:prstGeom prst="ellipse">
            <a:avLst/>
          </a:prstGeom>
          <a:solidFill>
            <a:srgbClr val="18C57A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61539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</a:rPr>
              <a:t>所有 Agent 对话数据回流至训练，经清洗标注后投入模型优化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C57A"/>
                </a:solidFill>
              </a:rPr>
              <a:t>📌 Agent 贯穿全程 · 各角色 Agent 能力矩阵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717A"/>
                </a:solidFill>
              </a:rPr>
              <a:t>阶段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76272" y="7315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76272" y="731520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🤖 用户Agent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26864" y="7315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1111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731520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🤖 运营Agent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77456" y="7315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7456" y="731520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🤖 PM 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28048" y="7315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8048" y="731520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🤖 标注员Agent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① 项目启动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76272" y="1188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176272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需求拆解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辅助表达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26864" y="1188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626864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自动审核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合规性检查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77456" y="1188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7456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528048" y="1188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28048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19659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② 方案确认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76272" y="1965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—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26864" y="1965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626864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供应商推荐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产能/评分匹配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77456" y="1965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077456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成本预估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试标可行性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528048" y="19659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28048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—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③ 群聊规则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76272" y="27432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176272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辅助需求表达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标准澄清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26864" y="27432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626864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记录归档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流程跟踪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77456" y="27432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7077456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规则提取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生成规则文档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528048" y="27432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28048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—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35204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52044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④ 标注执行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76272" y="35204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2176272" y="352044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效果分析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指标看板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26864" y="35204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4626864" y="352044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预警统计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异常检测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077456" y="35204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7077456" y="352044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质量分析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返修定位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528048" y="35204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9528048" y="352044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加载规则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实时纠错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自检报告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4297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29768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⑤ 验收结算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176272" y="42976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2176272" y="429768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验收辅助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抽样/对比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26864" y="42976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4626864" y="429768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自动对账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费用核算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077456" y="42976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77456" y="429768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—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528048" y="42976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9528048" y="429768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交付报告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完成率/质量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4320" y="50749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507492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⑥ 数据回流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176272" y="50749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2176272" y="50749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对话数据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→ 训练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626864" y="50749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4626864" y="50749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对话数据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→ 训练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077456" y="50749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7077456" y="50749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对话数据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A853"/>
                </a:solidFill>
              </a:rPr>
              <a:t>→ 训练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528048" y="50749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9528048" y="5074920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对话数据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→ 训练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74320" y="61264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实线框 = 人类操作  |  虚线框 = Agent 自动辅助  |  所有 Agent 对话数据最终回流至训练管线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C57A"/>
                </a:solidFill>
              </a:rPr>
              <a:t>⑥ 数据回流 · Agent 训练闭环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60A5F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用户Agent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对话数据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0" y="10972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运营Agent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对话数据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D4A85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</a:rPr>
              <a:t>PM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</a:rPr>
              <a:t>对话数据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0" y="10972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A0A0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标注员Agent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对话数据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874520"/>
            <a:ext cx="9144" cy="502920"/>
          </a:xfrm>
          <a:prstGeom prst="line">
            <a:avLst/>
          </a:prstGeom>
          <a:noFill/>
          <a:ln w="19050">
            <a:solidFill>
              <a:srgbClr val="60A5FA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1874520"/>
            <a:ext cx="9144" cy="50292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43800" y="1874520"/>
            <a:ext cx="9144" cy="502920"/>
          </a:xfrm>
          <a:prstGeom prst="line">
            <a:avLst/>
          </a:prstGeom>
          <a:noFill/>
          <a:ln w="19050">
            <a:solidFill>
              <a:srgbClr val="D4A853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287000" y="1874520"/>
            <a:ext cx="9144" cy="502920"/>
          </a:xfrm>
          <a:prstGeom prst="line">
            <a:avLst/>
          </a:prstGeom>
          <a:noFill/>
          <a:ln w="19050">
            <a:solidFill>
              <a:srgbClr val="F97316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717A"/>
                </a:solidFill>
              </a:rPr>
              <a:t>📥 收集对话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2743200"/>
            <a:ext cx="365760" cy="9144"/>
          </a:xfrm>
          <a:prstGeom prst="line">
            <a:avLst/>
          </a:prstGeom>
          <a:noFill/>
          <a:ln w="25400">
            <a:solidFill>
              <a:srgbClr val="18C5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17520" y="24688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19050">
            <a:solidFill>
              <a:srgbClr val="18C5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C57A"/>
                </a:solidFill>
              </a:rPr>
              <a:t>🔍 清洗标注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2743200"/>
            <a:ext cx="365760" cy="9144"/>
          </a:xfrm>
          <a:prstGeom prst="line">
            <a:avLst/>
          </a:prstGeom>
          <a:noFill/>
          <a:ln w="25400">
            <a:solidFill>
              <a:srgbClr val="18C5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77840" y="24688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19050">
            <a:solidFill>
              <a:srgbClr val="18C5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C57A"/>
                </a:solidFill>
              </a:rPr>
              <a:t>✅ 有价值对话筛选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2743200"/>
            <a:ext cx="365760" cy="9144"/>
          </a:xfrm>
          <a:prstGeom prst="line">
            <a:avLst/>
          </a:prstGeom>
          <a:noFill/>
          <a:ln w="25400">
            <a:solidFill>
              <a:srgbClr val="18C5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38160" y="24688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19050">
            <a:solidFill>
              <a:srgbClr val="18C5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C57A"/>
                </a:solidFill>
              </a:rPr>
              <a:t>🧠 Agent训练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H="1">
            <a:off x="10012680" y="2743200"/>
            <a:ext cx="274320" cy="9144"/>
          </a:xfrm>
          <a:prstGeom prst="line">
            <a:avLst/>
          </a:prstGeom>
          <a:noFill/>
          <a:ln w="25400">
            <a:solidFill>
              <a:srgbClr val="18C5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58400" y="24688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19050">
            <a:solidFill>
              <a:srgbClr val="18C5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C57A"/>
                </a:solidFill>
              </a:rPr>
              <a:t>🚀 模型优化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0" y="3474720"/>
            <a:ext cx="9418320" cy="54864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12700">
            <a:solidFill>
              <a:srgbClr val="18C57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C57A"/>
                </a:solidFill>
              </a:rPr>
              <a:t>🔄 优化后的模型 → 提升 Agent 能力 → 更好的辅助 → 更高质量的对话 → 更好的训练数据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7"/>
                </a:solidFill>
              </a:rPr>
              <a:t>关键原则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800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</a:rPr>
              <a:t>• 每个角色的 Agent 在所有阶段持续辅助，不是独立环节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</a:rPr>
              <a:t>• Agent 对话数据是有价值的数据资产，需要清洗标注后投入训练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</a:rPr>
              <a:t>• 无价值的闲聊/无效对话被过滤，不进入训练管线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</a:rPr>
              <a:t>• 训练后的模型反过来提升 Agent 能力，形成正反馈闭环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</a:rPr>
              <a:t>• 标注员 Agent 能力受限，仅基于 PM 导入的规则回答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数据标注平台 · 角色流程图</dc:title>
  <dc:subject>PptxGenJS Presentation</dc:subject>
  <dc:creator>Data PM Platform</dc:creator>
  <cp:lastModifiedBy>Data PM Platform</cp:lastModifiedBy>
  <cp:revision>1</cp:revision>
  <dcterms:created xsi:type="dcterms:W3CDTF">2026-07-15T02:15:04Z</dcterms:created>
  <dcterms:modified xsi:type="dcterms:W3CDTF">2026-07-15T02:15:04Z</dcterms:modified>
</cp:coreProperties>
</file>