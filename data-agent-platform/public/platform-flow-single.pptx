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🏗️ 数据标注平台 · 角色流程图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每个角色都配有专属 Agent，贯穿全部流程 · 用户 / 运营 / 供应商 三方协作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278892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需求方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👤 人类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91640" y="1234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9525">
            <a:solidFill>
              <a:srgbClr val="3B82F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69164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🤖 用户Agent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68680"/>
            <a:ext cx="278892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运营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👤 人类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9525">
            <a:solidFill>
              <a:srgbClr val="A78BF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61772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🤖 运营Agent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868680"/>
            <a:ext cx="278892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供应商 · 负责人/PM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👤 人类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543800" y="1234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9525">
            <a:solidFill>
              <a:srgbClr val="D4A85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54380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🤖 PM Agent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98280" y="868680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868680"/>
            <a:ext cx="278892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供应商 · 标注员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98280" y="1234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👤 人类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515600" y="1234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9525">
            <a:solidFill>
              <a:srgbClr val="F9731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051560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🤖 标注员Agent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" y="15270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① 项目启动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" y="22402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② 方案确认 &amp; 供应商选择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" y="27889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③ 项目群聊 · 规则制定（核心）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" y="4617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④ 规则转交 &amp; 标注执行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" y="56052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⑤ 验收 &amp; 结算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" y="6263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⑥ 数据回流 · Agent训练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1572768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1572768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📝 提出需求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/user/workspace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91640" y="1572768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3B82F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691640" y="1572768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🤖 需求拆解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Agent私聊辅助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63240" y="1572768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1572768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📋 创建项目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运营工作台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80560" y="1572768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A78BFA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480560" y="1572768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🤖 自动审核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合规性检查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063240" y="22860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6324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🏭 指派供应商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供应商管理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80560" y="22860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A78BFA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448056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🤖 供应商推荐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产能/评分匹配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52160" y="22860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</a:rPr>
              <a:t>✅ 确认接单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任务总览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69480" y="22860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D4A853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726948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53"/>
                </a:solidFill>
              </a:rPr>
              <a:t>🤖 成本预估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试标可行性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2788920"/>
            <a:ext cx="11612880" cy="1737360"/>
          </a:xfrm>
          <a:prstGeom prst="roundRect">
            <a:avLst>
              <a:gd name="adj" fmla="val 526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457200" y="28346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💬 项目群聊 · P-20260708-001（每个项目一个群，所有角色 + 各自Agent参与）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10896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林同学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需求方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828800" y="310896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3B82F6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182880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🤖 用户Agent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辅助表达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0" y="310896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53"/>
                </a:solidFill>
              </a:rPr>
              <a:t>王经理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项目经理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0" y="310896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D4A853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57200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53"/>
                </a:solidFill>
              </a:rPr>
              <a:t>🤖 PM Agent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提取规则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943600" y="310896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运营小张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运营监督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315200" y="310896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A78BFA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31520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🤖 运营Agent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记录归档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7200" y="3566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对话流：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097280" y="354787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9728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林同学：遮挡50%→truncated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00400" y="354787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王经理：夜间也归truncated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303520" y="354787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9525">
            <a:solidFill>
              <a:srgbClr val="D4A853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530352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🤖 PM Agent：提取4条规则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772400" y="354787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9525">
            <a:solidFill>
              <a:srgbClr val="A78BFA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777240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🤖 运营Agent：记录归档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" y="388620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390448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📄 P-20260708-001 标注规则文档 v1.0                    PM Agent 生成 · 4条 · 运营Agent归档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40080" y="40873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1.遮挡超50%→truncated  2.夜间车灯不清→truncated  3.小目标框放大10%容差  4.框重叠≤20%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9052560" y="4233672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52560" y="4233672"/>
            <a:ext cx="82296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驳回修改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058400" y="4233672"/>
            <a:ext cx="1097280" cy="201168"/>
          </a:xfrm>
          <a:prstGeom prst="roundRect">
            <a:avLst>
              <a:gd name="adj" fmla="val 27273"/>
            </a:avLst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058400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确认并转交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74320" y="46634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📈 进度查看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工作台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691640" y="46634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3B82F6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169164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🤖 效果分析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指标看板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063240" y="46634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6324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📊 进度监控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流程管理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480560" y="46634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A78BFA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448056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🤖 预警统计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异常检测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852160" y="46634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5216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</a:rPr>
              <a:t>🔍 质检审核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抽检/全检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269480" y="46634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D4A853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726948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53"/>
                </a:solidFill>
              </a:rPr>
              <a:t>🤖 质量分析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返修定位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641080" y="46634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64108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🏷️ 批量标注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执行中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0058400" y="46634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F97316"/>
            </a:solidFill>
            <a:prstDash val="dash"/>
          </a:ln>
        </p:spPr>
      </p:sp>
      <p:sp>
        <p:nvSpPr>
          <p:cNvPr id="95" name="Text 93"/>
          <p:cNvSpPr/>
          <p:nvPr/>
        </p:nvSpPr>
        <p:spPr>
          <a:xfrm>
            <a:off x="1005840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🤖 规则校验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实时纠错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74320" y="5650992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4320" y="5650992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📦 验收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阶段/完整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691640" y="5650992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3B82F6"/>
            </a:solidFill>
            <a:prstDash val="dash"/>
          </a:ln>
        </p:spPr>
      </p:sp>
      <p:sp>
        <p:nvSpPr>
          <p:cNvPr id="99" name="Text 97"/>
          <p:cNvSpPr/>
          <p:nvPr/>
        </p:nvSpPr>
        <p:spPr>
          <a:xfrm>
            <a:off x="1691640" y="5650992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🤖 验收辅助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抽样/对比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063240" y="5650992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063240" y="5650992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💰 财务结算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/operator/finance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480560" y="5650992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A78BFA"/>
            </a:solidFill>
            <a:prstDash val="dash"/>
          </a:ln>
        </p:spPr>
      </p:sp>
      <p:sp>
        <p:nvSpPr>
          <p:cNvPr id="103" name="Text 101"/>
          <p:cNvSpPr/>
          <p:nvPr/>
        </p:nvSpPr>
        <p:spPr>
          <a:xfrm>
            <a:off x="4480560" y="5650992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🤖 自动对账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费用核算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641080" y="5650992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641080" y="5650992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📦 完整交付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全部批次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0058400" y="5650992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F97316"/>
            </a:solidFill>
            <a:prstDash val="dash"/>
          </a:ln>
        </p:spPr>
      </p:sp>
      <p:sp>
        <p:nvSpPr>
          <p:cNvPr id="107" name="Text 105"/>
          <p:cNvSpPr/>
          <p:nvPr/>
        </p:nvSpPr>
        <p:spPr>
          <a:xfrm>
            <a:off x="10058400" y="5650992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🤖 交付报告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完成率/质量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74320" y="63093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22C55E"/>
            </a:solidFill>
            <a:prstDash val="dash"/>
          </a:ln>
        </p:spPr>
      </p:sp>
      <p:sp>
        <p:nvSpPr>
          <p:cNvPr id="109" name="Text 107"/>
          <p:cNvSpPr/>
          <p:nvPr/>
        </p:nvSpPr>
        <p:spPr>
          <a:xfrm>
            <a:off x="274320" y="630936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🤖 对话数据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训练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063240" y="63093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22C55E"/>
            </a:solidFill>
            <a:prstDash val="dash"/>
          </a:ln>
        </p:spPr>
      </p:sp>
      <p:sp>
        <p:nvSpPr>
          <p:cNvPr id="111" name="Text 109"/>
          <p:cNvSpPr/>
          <p:nvPr/>
        </p:nvSpPr>
        <p:spPr>
          <a:xfrm>
            <a:off x="3063240" y="630936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🤖 对话数据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训练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5852160" y="63093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22C55E"/>
            </a:solidFill>
            <a:prstDash val="dash"/>
          </a:ln>
        </p:spPr>
      </p:sp>
      <p:sp>
        <p:nvSpPr>
          <p:cNvPr id="113" name="Text 111"/>
          <p:cNvSpPr/>
          <p:nvPr/>
        </p:nvSpPr>
        <p:spPr>
          <a:xfrm>
            <a:off x="5852160" y="630936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🤖 对话数据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训练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641080" y="63093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22C55E"/>
            </a:solidFill>
            <a:prstDash val="dash"/>
          </a:ln>
        </p:spPr>
      </p:sp>
      <p:sp>
        <p:nvSpPr>
          <p:cNvPr id="115" name="Text 113"/>
          <p:cNvSpPr/>
          <p:nvPr/>
        </p:nvSpPr>
        <p:spPr>
          <a:xfrm>
            <a:off x="8641080" y="6309360"/>
            <a:ext cx="13716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🤖 对话数据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训练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274320" y="685800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🔄 所有Agent对话 → 清洗标注 → 有价值对话 → Agent训练 → 模型优化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31520" y="658368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8" name="Text 116"/>
          <p:cNvSpPr/>
          <p:nvPr/>
        </p:nvSpPr>
        <p:spPr>
          <a:xfrm>
            <a:off x="914400" y="6565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需求方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2743200" y="6583680"/>
            <a:ext cx="137160" cy="1371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0" name="Text 118"/>
          <p:cNvSpPr/>
          <p:nvPr/>
        </p:nvSpPr>
        <p:spPr>
          <a:xfrm>
            <a:off x="2926080" y="6565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运营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754880" y="6583680"/>
            <a:ext cx="137160" cy="13716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22" name="Text 120"/>
          <p:cNvSpPr/>
          <p:nvPr/>
        </p:nvSpPr>
        <p:spPr>
          <a:xfrm>
            <a:off x="4937760" y="6565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负责人/PM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766560" y="6583680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4" name="Text 122"/>
          <p:cNvSpPr/>
          <p:nvPr/>
        </p:nvSpPr>
        <p:spPr>
          <a:xfrm>
            <a:off x="6949440" y="6565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标注员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8778240" y="6583680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6" name="Text 124"/>
          <p:cNvSpPr/>
          <p:nvPr/>
        </p:nvSpPr>
        <p:spPr>
          <a:xfrm>
            <a:off x="8961120" y="6565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Agent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数据标注平台 · 角色流程图</dc:title>
  <dc:subject>PptxGenJS Presentation</dc:subject>
  <dc:creator>Data PM Platform</dc:creator>
  <cp:lastModifiedBy>Data PM Platform</cp:lastModifiedBy>
  <cp:revision>1</cp:revision>
  <dcterms:created xsi:type="dcterms:W3CDTF">2026-07-15T02:43:17Z</dcterms:created>
  <dcterms:modified xsi:type="dcterms:W3CDTF">2026-07-15T02:43:17Z</dcterms:modified>
</cp:coreProperties>
</file>